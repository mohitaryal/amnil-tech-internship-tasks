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7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2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9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5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6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3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1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0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75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1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8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30A94-515C-407C-957C-87A0E07EDC3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ED87B-2A01-4449-BC07-A3FE467F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9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Detection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dirty="0" err="1" smtClean="0"/>
              <a:t>Mohit</a:t>
            </a:r>
            <a:r>
              <a:rPr lang="en-US" dirty="0" smtClean="0"/>
              <a:t> Raj </a:t>
            </a:r>
            <a:r>
              <a:rPr lang="en-US" dirty="0" err="1" smtClean="0"/>
              <a:t>Aryal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06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RCNN</a:t>
            </a:r>
            <a:endParaRPr lang="en-US" dirty="0"/>
          </a:p>
        </p:txBody>
      </p:sp>
      <p:pic>
        <p:nvPicPr>
          <p:cNvPr id="2051" name="Picture 3" descr="Screenshot_2025-11-14-11-46-30-751_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4" t="19792" r="18590" b="11806"/>
          <a:stretch>
            <a:fillRect/>
          </a:stretch>
        </p:blipFill>
        <p:spPr bwMode="auto">
          <a:xfrm>
            <a:off x="877802" y="1690688"/>
            <a:ext cx="10163577" cy="4966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620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C:\Users\Dell\AppData\Local\Microsoft\Windows\INetCache\Content.Word\Screenshot_2025-11-14-11-51-21-350_com.google.android.youtube.jp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7" t="7639" r="22255" b="833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880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FAST RCNN</a:t>
            </a:r>
            <a:endParaRPr lang="en-US" dirty="0"/>
          </a:p>
        </p:txBody>
      </p:sp>
      <p:pic>
        <p:nvPicPr>
          <p:cNvPr id="5" name="Content Placeholder 4" descr="C:\Users\Dell\AppData\Local\Microsoft\Windows\INetCache\Content.Word\Screenshot_2025-11-14-11-51-26-991_com.google.android.youtube.jpg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1" t="17186" r="9548" b="15436"/>
          <a:stretch/>
        </p:blipFill>
        <p:spPr bwMode="auto">
          <a:xfrm>
            <a:off x="535577" y="1463041"/>
            <a:ext cx="10933611" cy="53035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8725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Screenshot_2025-11-14-12-05-21-201_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7" t="27631" r="25508" b="34370"/>
          <a:stretch>
            <a:fillRect/>
          </a:stretch>
        </p:blipFill>
        <p:spPr bwMode="auto">
          <a:xfrm>
            <a:off x="228600" y="584458"/>
            <a:ext cx="11806005" cy="5313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432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creenshot_2025-11-14-12-31-34-110_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5" r="8942"/>
          <a:stretch>
            <a:fillRect/>
          </a:stretch>
        </p:blipFill>
        <p:spPr bwMode="auto">
          <a:xfrm>
            <a:off x="3174" y="3175"/>
            <a:ext cx="12184899" cy="687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331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Dell\AppData\Local\Microsoft\Windows\INetCache\Content.Word\Screenshot_2025-11-14-12-04-55-012_com.google.android.youtube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4" t="31329" r="22442" b="14097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1857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8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Object Detection</vt:lpstr>
      <vt:lpstr>RCNN</vt:lpstr>
      <vt:lpstr>PowerPoint Presentation</vt:lpstr>
      <vt:lpstr>FAST RCNN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</dc:title>
  <dc:creator>Microsoft account</dc:creator>
  <cp:lastModifiedBy>Microsoft account</cp:lastModifiedBy>
  <cp:revision>2</cp:revision>
  <dcterms:created xsi:type="dcterms:W3CDTF">2025-11-14T07:49:31Z</dcterms:created>
  <dcterms:modified xsi:type="dcterms:W3CDTF">2025-11-14T08:02:37Z</dcterms:modified>
</cp:coreProperties>
</file>
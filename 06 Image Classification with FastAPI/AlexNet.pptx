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-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143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270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505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032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340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607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509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79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829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514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847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379647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246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0953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7448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3369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481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4638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154" y="1976718"/>
            <a:ext cx="7051519" cy="1611609"/>
          </a:xfrm>
        </p:spPr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dirty="0" err="1"/>
              <a:t>AlexNet</a:t>
            </a:r>
            <a:r>
              <a:rPr dirty="0"/>
              <a:t>: Revolutionizing Deep Learning in Computer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92491" y="4738255"/>
            <a:ext cx="3740126" cy="149784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Prepared by: </a:t>
            </a:r>
            <a:r>
              <a:rPr lang="en-US" dirty="0" err="1" smtClean="0"/>
              <a:t>Mohit</a:t>
            </a:r>
            <a:r>
              <a:rPr lang="en-US" dirty="0" smtClean="0"/>
              <a:t> Raj </a:t>
            </a:r>
            <a:r>
              <a:rPr lang="en-US" dirty="0" err="1" smtClean="0"/>
              <a:t>Aryal</a:t>
            </a:r>
            <a:endParaRPr lang="en-US" dirty="0" smtClean="0"/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rPr dirty="0" smtClean="0"/>
              <a:t>AI </a:t>
            </a:r>
            <a:r>
              <a:rPr dirty="0"/>
              <a:t>Intern, </a:t>
            </a:r>
            <a:r>
              <a:rPr dirty="0" err="1"/>
              <a:t>Amnil</a:t>
            </a:r>
            <a:r>
              <a:rPr dirty="0"/>
              <a:t> Technologies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October 2025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Introduction to CNNs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CNNs are deep learning models for visual data.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Before AlexNet, models were shallow and limited by compute.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Background and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Developed to tackle the ImageNet Challenge (2012).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Needed deeper architectures and GPU support.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Overview of AlexNet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Created by Alex Krizhevsky, Ilya Sutskever, Geoffrey Hinton (2012).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Achieved top-5 error rate of ~15%, a huge improvement.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8 layers: 5 convolutional, 3 fully connected.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Flow: Conv → ReLU → Pool → Conv → ReLU → Pool → FC → Softmax.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Detailed Layer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Conv layers extract features using kernels.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ReLU introduces non-linearity.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Pooling reduces spatial dimensions.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FC layers perform classification.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Innovations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ReLU activation for faster training.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Dropout to prevent overfitting.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Data augmentation to expand training set.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GPU parallelism for large-scale training.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Training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Dataset: ImageNet (1.2M images, 1000 classes).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Optimizer: SGD with momentum.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Batch size ≈128, learning rate 0.01, 90 epochs.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Performance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Reduced Top-5 error rate from 26% to 15% on ImageNet 2012.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Huge improvement over all prior models.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Impact on Computer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Popularized deep learning for image tasks.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Enabled breakthroughs in object detection and recognition.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Inspired modern architectures like VGG and ResNet.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Large model and high computational cost.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Overfitting on smaller datasets.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Later replaced by more efficient models.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Legacy &amp; Influence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Foundation for modern CNN architectures.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Marked the start of the deep learning revolution.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AlexNet was a turning point in AI history.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It proved that deep learning could outperform traditional methods.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</TotalTime>
  <Words>310</Words>
  <Application>Microsoft Office PowerPoint</Application>
  <PresentationFormat>On-screen Show (4:3)</PresentationFormat>
  <Paragraphs>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Ion</vt:lpstr>
      <vt:lpstr>AlexNet: Revolutionizing Deep Learning in Computer Vision</vt:lpstr>
      <vt:lpstr>Introduction to CNNs</vt:lpstr>
      <vt:lpstr>Background and Motivation</vt:lpstr>
      <vt:lpstr>Overview of AlexNet</vt:lpstr>
      <vt:lpstr>Architecture Overview</vt:lpstr>
      <vt:lpstr>Detailed Layer Breakdown</vt:lpstr>
      <vt:lpstr>Key Innovations</vt:lpstr>
      <vt:lpstr>Training Details</vt:lpstr>
      <vt:lpstr>Performance &amp; Results</vt:lpstr>
      <vt:lpstr>Impact on Computer Vision</vt:lpstr>
      <vt:lpstr>Limitations</vt:lpstr>
      <vt:lpstr>Legacy &amp; Influence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AlexNet: Revolutionizing Deep Learning in Computer Vision</dc:title>
  <dc:subject/>
  <dc:creator/>
  <cp:keywords/>
  <dc:description>generated using python-pptx</dc:description>
  <cp:lastModifiedBy>Microsoft account</cp:lastModifiedBy>
  <cp:revision>2</cp:revision>
  <dcterms:created xsi:type="dcterms:W3CDTF">2013-01-27T09:14:16Z</dcterms:created>
  <dcterms:modified xsi:type="dcterms:W3CDTF">2025-10-31T06:00:06Z</dcterms:modified>
  <cp:category/>
</cp:coreProperties>
</file>
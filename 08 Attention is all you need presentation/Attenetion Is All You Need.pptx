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Attenetion</a:t>
            </a:r>
            <a:r>
              <a:rPr lang="en-US" dirty="0" smtClean="0"/>
              <a:t> Is All You Need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Mohit</a:t>
            </a:r>
            <a:r>
              <a:rPr lang="en-US" dirty="0" smtClean="0"/>
              <a:t> Raj </a:t>
            </a:r>
            <a:r>
              <a:rPr lang="en-US" dirty="0" err="1" smtClean="0"/>
              <a:t>Aryal</a:t>
            </a:r>
            <a:endParaRPr lang="en-US" dirty="0" smtClean="0"/>
          </a:p>
          <a:p>
            <a:r>
              <a:rPr lang="en-US" dirty="0" err="1" smtClean="0"/>
              <a:t>Amnil</a:t>
            </a:r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ech 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1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was it needed?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RNNs were slow.</a:t>
            </a:r>
          </a:p>
          <a:p>
            <a:r>
              <a:rPr lang="en-US" dirty="0"/>
              <a:t>They struggled with long sequences.</a:t>
            </a:r>
          </a:p>
          <a:p>
            <a:r>
              <a:rPr lang="en-US" dirty="0"/>
              <a:t>Parallel processing was difficult.</a:t>
            </a:r>
          </a:p>
        </p:txBody>
      </p:sp>
    </p:spTree>
    <p:extLst>
      <p:ext uri="{BB962C8B-B14F-4D97-AF65-F5344CB8AC3E}">
        <p14:creationId xmlns:p14="http://schemas.microsoft.com/office/powerpoint/2010/main" val="330201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was introduced?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recurrence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 </a:t>
            </a:r>
            <a:r>
              <a:rPr lang="en-US" dirty="0"/>
              <a:t>only attention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Enable </a:t>
            </a:r>
            <a:r>
              <a:rPr lang="en-US" dirty="0"/>
              <a:t>full parallelism.</a:t>
            </a:r>
          </a:p>
        </p:txBody>
      </p:sp>
    </p:spTree>
    <p:extLst>
      <p:ext uri="{BB962C8B-B14F-4D97-AF65-F5344CB8AC3E}">
        <p14:creationId xmlns:p14="http://schemas.microsoft.com/office/powerpoint/2010/main" val="156648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on the left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Decoder </a:t>
            </a:r>
            <a:r>
              <a:rPr lang="en-US" dirty="0"/>
              <a:t>on the right</a:t>
            </a:r>
            <a:r>
              <a:rPr lang="en-US" dirty="0" smtClean="0"/>
              <a:t>.</a:t>
            </a:r>
          </a:p>
          <a:p>
            <a:r>
              <a:rPr lang="en-US" dirty="0" smtClean="0"/>
              <a:t>Both </a:t>
            </a:r>
            <a:r>
              <a:rPr lang="en-US" dirty="0"/>
              <a:t>use attention blocks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Both </a:t>
            </a:r>
            <a:r>
              <a:rPr lang="en-US" dirty="0"/>
              <a:t>use feed-forward layers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Both </a:t>
            </a:r>
            <a:r>
              <a:rPr lang="en-US" dirty="0"/>
              <a:t>use residual + layer norm.</a:t>
            </a:r>
          </a:p>
        </p:txBody>
      </p:sp>
    </p:spTree>
    <p:extLst>
      <p:ext uri="{BB962C8B-B14F-4D97-AF65-F5344CB8AC3E}">
        <p14:creationId xmlns:p14="http://schemas.microsoft.com/office/powerpoint/2010/main" val="268375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2479" y="153847"/>
            <a:ext cx="8911687" cy="1280890"/>
          </a:xfrm>
        </p:spPr>
        <p:txBody>
          <a:bodyPr/>
          <a:lstStyle/>
          <a:p>
            <a:r>
              <a:rPr lang="en-US" dirty="0" smtClean="0"/>
              <a:t>Proposed Architecture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423" y="1303720"/>
            <a:ext cx="9339943" cy="5554279"/>
          </a:xfrm>
        </p:spPr>
      </p:pic>
    </p:spTree>
    <p:extLst>
      <p:ext uri="{BB962C8B-B14F-4D97-AF65-F5344CB8AC3E}">
        <p14:creationId xmlns:p14="http://schemas.microsoft.com/office/powerpoint/2010/main" val="297782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operation of the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Measures </a:t>
            </a:r>
            <a:r>
              <a:rPr lang="en-US" dirty="0"/>
              <a:t>how tokens relate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Helps </a:t>
            </a:r>
            <a:r>
              <a:rPr lang="en-US" dirty="0"/>
              <a:t>focus on important words.</a:t>
            </a:r>
          </a:p>
        </p:txBody>
      </p:sp>
    </p:spTree>
    <p:extLst>
      <p:ext uri="{BB962C8B-B14F-4D97-AF65-F5344CB8AC3E}">
        <p14:creationId xmlns:p14="http://schemas.microsoft.com/office/powerpoint/2010/main" val="194131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Scaled Dot-Product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× Key gives scores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Scores </a:t>
            </a:r>
            <a:r>
              <a:rPr lang="en-US" dirty="0"/>
              <a:t>are scaled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en-US" dirty="0"/>
              <a:t>gives weights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Weights </a:t>
            </a:r>
            <a:r>
              <a:rPr lang="en-US" dirty="0"/>
              <a:t>× Value gives output.</a:t>
            </a:r>
          </a:p>
        </p:txBody>
      </p:sp>
    </p:spTree>
    <p:extLst>
      <p:ext uri="{BB962C8B-B14F-4D97-AF65-F5344CB8AC3E}">
        <p14:creationId xmlns:p14="http://schemas.microsoft.com/office/powerpoint/2010/main" val="3874765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heads work in parallel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</a:t>
            </a:r>
            <a:r>
              <a:rPr lang="en-US" dirty="0"/>
              <a:t>head learns a pattern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Captures </a:t>
            </a:r>
            <a:r>
              <a:rPr lang="en-US" dirty="0"/>
              <a:t>richer relationships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Outputs </a:t>
            </a:r>
            <a:r>
              <a:rPr lang="en-US" dirty="0"/>
              <a:t>are concatenated.</a:t>
            </a:r>
          </a:p>
        </p:txBody>
      </p:sp>
    </p:spTree>
    <p:extLst>
      <p:ext uri="{BB962C8B-B14F-4D97-AF65-F5344CB8AC3E}">
        <p14:creationId xmlns:p14="http://schemas.microsoft.com/office/powerpoint/2010/main" val="307416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recurrence means no order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Positional </a:t>
            </a:r>
            <a:r>
              <a:rPr lang="en-US" dirty="0"/>
              <a:t>encoding adds order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Uses </a:t>
            </a:r>
            <a:r>
              <a:rPr lang="en-US" dirty="0"/>
              <a:t>sine and cosine waves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Helps </a:t>
            </a:r>
            <a:r>
              <a:rPr lang="en-US" dirty="0"/>
              <a:t>model understand sequence.</a:t>
            </a:r>
          </a:p>
        </p:txBody>
      </p:sp>
    </p:spTree>
    <p:extLst>
      <p:ext uri="{BB962C8B-B14F-4D97-AF65-F5344CB8AC3E}">
        <p14:creationId xmlns:p14="http://schemas.microsoft.com/office/powerpoint/2010/main" val="3011902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input tokens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Applies </a:t>
            </a:r>
            <a:r>
              <a:rPr lang="en-US" dirty="0"/>
              <a:t>self-attention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Applies </a:t>
            </a:r>
            <a:r>
              <a:rPr lang="en-US" dirty="0"/>
              <a:t>feed-forward layers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Produces </a:t>
            </a:r>
            <a:r>
              <a:rPr lang="en-US" dirty="0"/>
              <a:t>context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254781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Takes target tokens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Uses </a:t>
            </a:r>
            <a:r>
              <a:rPr lang="en-US" dirty="0"/>
              <a:t>masked self-attention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Looks </a:t>
            </a:r>
            <a:r>
              <a:rPr lang="en-US" dirty="0"/>
              <a:t>at encoder output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Generates </a:t>
            </a:r>
            <a:r>
              <a:rPr lang="en-US" dirty="0"/>
              <a:t>next tokens.</a:t>
            </a:r>
          </a:p>
        </p:txBody>
      </p:sp>
    </p:spTree>
    <p:extLst>
      <p:ext uri="{BB962C8B-B14F-4D97-AF65-F5344CB8AC3E}">
        <p14:creationId xmlns:p14="http://schemas.microsoft.com/office/powerpoint/2010/main" val="384499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Masking?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Prevents cheating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Model </a:t>
            </a:r>
            <a:r>
              <a:rPr lang="en-US" dirty="0"/>
              <a:t>cannot see future words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Supports </a:t>
            </a:r>
            <a:r>
              <a:rPr lang="en-US" dirty="0"/>
              <a:t>autoregressive generation.</a:t>
            </a:r>
          </a:p>
        </p:txBody>
      </p:sp>
    </p:spTree>
    <p:extLst>
      <p:ext uri="{BB962C8B-B14F-4D97-AF65-F5344CB8AC3E}">
        <p14:creationId xmlns:p14="http://schemas.microsoft.com/office/powerpoint/2010/main" val="1292206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in the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Outperformed RNNs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Faster </a:t>
            </a:r>
            <a:r>
              <a:rPr lang="en-US" dirty="0"/>
              <a:t>training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Better </a:t>
            </a:r>
            <a:r>
              <a:rPr lang="en-US" dirty="0"/>
              <a:t>translation quality.</a:t>
            </a:r>
          </a:p>
        </p:txBody>
      </p:sp>
    </p:spTree>
    <p:extLst>
      <p:ext uri="{BB962C8B-B14F-4D97-AF65-F5344CB8AC3E}">
        <p14:creationId xmlns:p14="http://schemas.microsoft.com/office/powerpoint/2010/main" val="2276817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Translation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Summarization.</a:t>
            </a:r>
          </a:p>
          <a:p>
            <a:r>
              <a:rPr lang="en-US" dirty="0" smtClean="0"/>
              <a:t>Question </a:t>
            </a:r>
            <a:r>
              <a:rPr lang="en-US" dirty="0"/>
              <a:t>answering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Chatbots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Many </a:t>
            </a:r>
            <a:r>
              <a:rPr lang="en-US" dirty="0"/>
              <a:t>more.</a:t>
            </a:r>
          </a:p>
        </p:txBody>
      </p:sp>
    </p:spTree>
    <p:extLst>
      <p:ext uri="{BB962C8B-B14F-4D97-AF65-F5344CB8AC3E}">
        <p14:creationId xmlns:p14="http://schemas.microsoft.com/office/powerpoint/2010/main" val="281964185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</TotalTime>
  <Words>241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Wisp</vt:lpstr>
      <vt:lpstr>Attenetion Is All You Need</vt:lpstr>
      <vt:lpstr>Why was it needed?</vt:lpstr>
      <vt:lpstr>What was introduced?</vt:lpstr>
      <vt:lpstr>Transformer Architecture</vt:lpstr>
      <vt:lpstr>Proposed Architecture</vt:lpstr>
      <vt:lpstr>Attention</vt:lpstr>
      <vt:lpstr>Scaled Dot-Product Attention</vt:lpstr>
      <vt:lpstr>Multi-Head Attention</vt:lpstr>
      <vt:lpstr>Positional Encoding</vt:lpstr>
      <vt:lpstr>Encoder</vt:lpstr>
      <vt:lpstr>Decoder</vt:lpstr>
      <vt:lpstr>Why Masking?</vt:lpstr>
      <vt:lpstr>Results in the Paper</vt:lpstr>
      <vt:lpstr>Applications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Attenetion Is All You Need</dc:title>
  <dc:creator>Microsoft account</dc:creator>
  <cp:lastModifiedBy>Microsoft account</cp:lastModifiedBy>
  <cp:revision>3</cp:revision>
  <dcterms:created xsi:type="dcterms:W3CDTF">2025-11-18T09:24:08Z</dcterms:created>
  <dcterms:modified xsi:type="dcterms:W3CDTF">2025-11-18T09:42:11Z</dcterms:modified>
</cp:coreProperties>
</file>